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1A84-2619-4598-B2AD-7D8F601F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9899C-22AD-449D-AA6A-8A2789717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13757-C210-4518-945F-A9BDEC37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801C-89D2-435A-AB09-FA8BE58A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BB9E-6606-4193-A5F0-326F9863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895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2529-9EBE-4E67-9C56-B65DF34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D0A4-B259-4F2D-9374-D9116A12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7BE6-2EDF-4467-88DA-32680A91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2131-BDEC-450F-8B19-0257E8D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4903-ABE2-4F57-B6EF-5889CE6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57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6A3E-2BB2-4A1E-9383-8B3BCF4A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8D32-9B5F-4916-8E2D-DFA51254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7AF2-C927-4593-B55F-7E6E4BDE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5DC86-C680-400F-BE81-B898F4DA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1984-EC05-4643-8CC5-4A5831CA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155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3F4-0358-4B2F-990B-FE7691E4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8710-F4E8-49FD-8AE9-A72FB3C0A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640F8-56E4-4A2D-98BC-94CA1F85A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922E8-F90B-42F8-B5B0-DA47E415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3EF5B-BF9C-443C-ACF3-DC854A87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567DE-7308-46D5-8CB9-B5C01767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889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B56D-EA04-4562-9FFC-83E934AB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34F2-AD81-410F-B846-C31BC603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B9A0A-5946-4FB9-AA51-ADFB4EF7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9123C-20A3-4C90-B3A9-3979A835A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8E5D-9CA9-4E88-92AC-DDA116276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3FFDC-F6CF-4A16-A384-412526BD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FAD28-2DD0-4E15-A558-4D077891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561FD-8E2B-4248-A7F3-CE904C20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540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0540-02C5-48C2-BA00-BA2ADE79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88DFB-AA7C-43E7-970A-C4ED6D4B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BC43-BC41-4AA3-AADF-353344B6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0F2C-01DE-4FE2-A27E-FBC3698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382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665E9-3674-44C0-AA98-382456AC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93019-D7F1-4664-903D-7CCFB49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FF5F9-DEAB-41BC-A0B8-4243C8AE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243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0CE0-0573-44A0-9496-79CD7D6E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A5BF-6EBC-4862-AE73-3B368527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F4A19-3201-4960-B1B2-A8AF2F9B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A3447-83E9-446F-9270-6F34BD1C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E71F-B9C5-4C77-AB34-0F17557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F31D-165C-4217-A6C4-2D0A6834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448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9164-A82A-481B-8554-81F7975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8E6F1-4F80-45B8-BA02-48D4B6BE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7ECF-7A4B-4B66-9F45-2A5AE3B4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83602-6FC7-4532-B576-476164BB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7563-8024-4658-BC5D-5AA92205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D9BCF-F3C5-4615-BB3E-252D2DE8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479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2A9E-219D-4369-9BBD-14549ECA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E22A5-E91A-4477-BF2F-C5338704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94C7-2197-42A5-8DE6-07CCE6C2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A33C-3E18-4FED-BEEB-6802E15A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80A8-88F7-488E-99C7-8ED3FF04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58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7AE88-50C3-4570-B3FF-880242748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D3A49-E4E6-4306-9EB4-3587D4A6C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437D-EA89-4BEF-84CF-4DF450C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2B5E-B1FE-4CFF-AE0C-58242453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B80D-067A-4EF7-9E90-7F410D5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49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25442-C88B-4A7E-8974-A56E2F4E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F978-733A-4CF2-9222-FC78ADBB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4658-D904-4309-A2B7-C8C748CCD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67EF-EBF0-4087-A6CE-E28310F58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27A22-D56A-42E7-8973-A244773F6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74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89B8FB-CCE7-43DA-88CD-485665C87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E70C49-057A-4E7B-B9DE-2A785E649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3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50C1F-EB77-49B8-98D7-7D0FF17F3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3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1116B-1800-4101-85F6-82E60FD04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5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6D15B7-5235-406A-8629-31E49418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9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6E9FD-8A17-4935-911C-D7D9C034D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2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920EBC-C61B-4B7A-8182-C60A354ED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6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94CE4-7348-4A26-8650-902C2F39E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0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5DE37-AA1C-44ED-BCAE-CAA7CA5FC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70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E2BC8-03E5-4055-AD41-78B611B0F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7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D4210-150C-4B70-BFAE-6EDE05D06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9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13DC8-0D90-476E-B8F6-0699A2B71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03244-74DF-4E9A-8A06-687FD15DE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6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DA641-D4F5-48CF-B029-D3B58D556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27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745D2-36C4-43F1-88DA-E3B7EDBCA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16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78B4F8-9E94-4703-9064-5488EA65E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9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B55927-8D66-4A93-857A-F5D841111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484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019A2D-A0C9-49A3-9056-278810D48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54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0C9443-2031-4D0B-A31F-1ED79CF7E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91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C74740-A22C-4BF8-B318-2910CBCE5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76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8F253-4DE3-4CA0-9606-D2B613AC1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20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DF1F8C-86A1-411F-AF77-5D2DDBC3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26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F4A30A-3775-404B-8E69-4DA20F159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93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53EEA8-BA90-4425-A686-3939BAB1A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1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13289D-E143-4BD7-83F8-B2895DB3C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07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1CDBCE-8C06-4848-BADB-C144AE94C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16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E9E73D-429C-4EAD-8308-DCF716406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92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114B3-C061-46F9-B766-4963F3CCF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77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8B816-99B6-424C-BA53-1F0B80A88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351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AF8FF1-6E25-4455-80A4-43C63BDF8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40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DCF7BA-F0F5-4B6C-A1FC-D904D7041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75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F8C2DD-26C2-44BD-9B55-BD43E384D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19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2B3E7-71F6-4B43-BDA9-198EF3C03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39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F5F065-BFAA-4206-B601-DF6176D99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27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0D5AA-4E52-4243-B861-1EFA4BCA2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89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79114-D566-4A74-A5B5-94B29BA74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07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E896A-66A9-457A-BCBB-C2D257B10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87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FC1F87-9120-4F9C-83FA-A147194A5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03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DE5D6-957D-445F-9EBB-6B330535A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89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5C878-E410-40C1-BF85-3ACA33CE3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12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5AD8B-86E6-4414-8837-3A1BCB9BB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309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5A78E-DF89-4B13-8F08-555EA6892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134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7E7D6-C25D-4958-9BE8-725BC3BE2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06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79420-841A-48C0-A7F0-F33194164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741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9FF9E-8849-4767-A215-2CE0CE5C9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301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E9064-FB16-4770-8FD9-07C70AB2A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37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2AFA17-1680-4D3E-851E-33C59A0A7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13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C3EE9-4E38-4D2F-A6C7-ED25BB3ED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02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734A8-C466-4235-AA72-BEA083C8E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78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A8F38-36AD-41B0-BBA5-C737B2F9B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315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53A6CD-B234-454C-9283-FB781D2F5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324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9FDB33-F7F6-4FBC-AED7-B8F13F88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604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07FD9D-4E53-47C7-B145-2F1D7503D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742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14B6D-0AF1-4B66-8622-C532F0A4B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451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0435D-A95E-40B8-9A34-9DE7F57C2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769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2E2FC-ABA1-491D-97EF-8D2A098B6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01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523EE-8844-44AD-BB13-2DEF9F853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792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26EAC-C1FF-4257-A3F6-6F906E052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540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349D5-09E2-4553-A2DE-2BDDD3FFF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859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459ABE-2A80-43ED-8A29-0A32941F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501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E16DFD-4630-4DEF-B7C8-1D87886F6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101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30F46-6E20-412C-9B2F-793DAD2EC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43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EC2F3-A232-495E-83C1-4DAC60C42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823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0A1CB-761E-4E1D-BEBD-C3E0BFB30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84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A0DB6-3D45-4261-8754-00D8D8DF2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069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E1E06-21B5-4F50-9211-E16916575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411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97E7D-CD44-4D03-828D-60275CA26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903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6803FF-5440-47B2-B1A0-449BACA66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345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94ECB-31C4-4AB1-B44B-7F0E44C91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2797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0DB14-E3DA-4C2C-BC7B-AD1A73259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937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EAE070-FDC4-4D1A-80EC-FDA8F192F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296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B6E55-CF1A-4223-AFC7-E8A27E2CD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383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4781D9-B0CC-4E83-8C65-EA9CB7570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783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E9804-4C9F-4771-9E49-56B405667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94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182E35-7F05-45BC-BBE1-CCEC5FAD6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929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71DC1-CA13-47C5-BDBB-AAACF4828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293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475494-9615-413D-99CE-3C9D55532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54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8CA9E-2906-4E76-B21C-F079D4988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140B22-10CF-41F5-9A20-087FAF545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196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3F1A3-4076-4A61-8594-E5800CB13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026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82956-4EF7-4B44-81D3-3AE6E2EE2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333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0F16D-2048-4254-9B66-3A06FD3B5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093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17372-84D8-4B29-AEA2-E8501C3AD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680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A27498-DD43-4C07-A7F9-BBA4F1336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977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A8369-34FD-4CD9-892E-CA28F1B3E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60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Widescreen</PresentationFormat>
  <Paragraphs>0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rex</dc:creator>
  <cp:lastModifiedBy>rex</cp:lastModifiedBy>
  <cp:revision>7</cp:revision>
  <dcterms:created xsi:type="dcterms:W3CDTF">2026-07-23T01:26:24Z</dcterms:created>
  <dcterms:modified xsi:type="dcterms:W3CDTF">2026-07-23T02:20:31Z</dcterms:modified>
</cp:coreProperties>
</file>