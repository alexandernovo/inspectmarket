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51A84-2619-4598-B2AD-7D8F601F3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A9899C-22AD-449D-AA6A-8A2789717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13757-C210-4518-945F-A9BDEC37C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B801C-89D2-435A-AB09-FA8BE58A3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1BB9E-6606-4193-A5F0-326F9863B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8959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02529-9EBE-4E67-9C56-B65DF34BB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BD0A4-B259-4F2D-9374-D9116A12C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47BE6-2EDF-4467-88DA-32680A91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B2131-BDEC-450F-8B19-0257E8D05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64903-ABE2-4F57-B6EF-5889CE6A4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10577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66A3E-2BB2-4A1E-9383-8B3BCF4A1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A8D32-9B5F-4916-8E2D-DFA512546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07AF2-C927-4593-B55F-7E6E4BDE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5DC86-C680-400F-BE81-B898F4DA4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81984-EC05-4643-8CC5-4A5831CAE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9155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953F4-0358-4B2F-990B-FE7691E4B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58710-F4E8-49FD-8AE9-A72FB3C0A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640F8-56E4-4A2D-98BC-94CA1F85A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922E8-F90B-42F8-B5B0-DA47E415D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3EF5B-BF9C-443C-ACF3-DC854A87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567DE-7308-46D5-8CB9-B5C017672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28897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B56D-EA04-4562-9FFC-83E934AB8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634F2-AD81-410F-B846-C31BC6037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EB9A0A-5946-4FB9-AA51-ADFB4EF7E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29123C-20A3-4C90-B3A9-3979A835A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A38E5D-9CA9-4E88-92AC-DDA1162769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F3FFDC-F6CF-4A16-A384-412526BD3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4FAD28-2DD0-4E15-A558-4D0778916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561FD-8E2B-4248-A7F3-CE904C20E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45407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10540-02C5-48C2-BA00-BA2ADE793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F88DFB-AA7C-43E7-970A-C4ED6D4B2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5BC43-BC41-4AA3-AADF-353344B6F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FA0F2C-01DE-4FE2-A27E-FBC3698A4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2382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D665E9-3674-44C0-AA98-382456AC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693019-D7F1-4664-903D-7CCFB4938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FF5F9-DEAB-41BC-A0B8-4243C8AE9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42432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E0CE0-0573-44A0-9496-79CD7D6E9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1A5BF-6EBC-4862-AE73-3B3685270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3F4A19-3201-4960-B1B2-A8AF2F9BB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A3447-83E9-446F-9270-6F34BD1C0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5E71F-B9C5-4C77-AB34-0F175579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8F31D-165C-4217-A6C4-2D0A6834A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94483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39164-A82A-481B-8554-81F7975D6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98E6F1-4F80-45B8-BA02-48D4B6BEAA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07ECF-7A4B-4B66-9F45-2A5AE3B4A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83602-6FC7-4532-B576-476164BB6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B7563-8024-4658-BC5D-5AA922056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D9BCF-F3C5-4615-BB3E-252D2DE8E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54793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F2A9E-219D-4369-9BBD-14549ECA8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1E22A5-E91A-4477-BF2F-C53387043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B94C7-2197-42A5-8DE6-07CCE6C2D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5A33C-3E18-4FED-BEEB-6802E15A2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F80A8-88F7-488E-99C7-8ED3FF04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44584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67AE88-50C3-4570-B3FF-880242748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D3A49-E4E6-4306-9EB4-3587D4A6C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D437D-EA89-4BEF-84CF-4DF450CDF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B2B5E-B1FE-4CFF-AE0C-582424532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5B80D-067A-4EF7-9E90-7F410D5E5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54973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625442-C88B-4A7E-8974-A56E2F4EC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1F978-733A-4CF2-9222-FC78ADBBC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E4658-D904-4309-A2B7-C8C748CCDF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567EF-EBF0-4087-A6CE-E28310F58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27A22-D56A-42E7-8973-A244773F6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1746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127D36-DA52-48B2-970F-D2A7DBAD7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385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730B9D-FB70-4714-86D3-4542E5F31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086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C5B632-FAE0-457D-B700-9AD9E65F5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45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0B390C-6EE9-41E0-B3F0-A56A1E1208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823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D6994B-438D-4189-8A22-9C6F04962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175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1AB904-1AB0-4DC2-935A-637834333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604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B37E2D-6353-4325-A85F-D93C77F3F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53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7253D9-17FE-403A-9814-24BA20E0F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589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7464BC-3B6B-45A1-A61A-BB9FFD9A94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120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9600A3-7371-4C40-BD6B-A4C3338CF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335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64CE71-7D53-494C-9337-84143DB6EB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217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2F0403-12C7-4A94-804E-9764563EA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503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6264DE-A9AB-4D8B-BB64-B32114380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37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A4A0CD-CBFC-4327-9F56-BCB5B97AA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33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rex</dc:creator>
  <cp:lastModifiedBy>rex</cp:lastModifiedBy>
  <cp:revision>1</cp:revision>
  <dcterms:created xsi:type="dcterms:W3CDTF">2026-07-23T01:26:24Z</dcterms:created>
  <dcterms:modified xsi:type="dcterms:W3CDTF">2026-07-23T01:31:29Z</dcterms:modified>
</cp:coreProperties>
</file>