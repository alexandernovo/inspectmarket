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7" d="100"/>
          <a:sy n="77" d="100"/>
        </p:scale>
        <p:origin x="23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viewProps" Target="view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theme" Target="theme/theme1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presProps" Target="presProps.xml"/><Relationship Id="rId9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151A84-2619-4598-B2AD-7D8F601F3D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A9899C-22AD-449D-AA6A-8A2789717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413757-C210-4518-945F-A9BDEC37CF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514A6-6E8D-4E19-900C-86B341D832CE}" type="datetimeFigureOut">
              <a:rPr lang="en-PH" smtClean="0"/>
              <a:t>7/23/2026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BB801C-89D2-435A-AB09-FA8BE58A3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01BB9E-6606-4193-A5F0-326F9863B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81BFC-39EC-45BD-8C21-86546AA4F5DE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28959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02529-9EBE-4E67-9C56-B65DF34BBA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BBD0A4-B259-4F2D-9374-D9116A12C1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A47BE6-2EDF-4467-88DA-32680A918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514A6-6E8D-4E19-900C-86B341D832CE}" type="datetimeFigureOut">
              <a:rPr lang="en-PH" smtClean="0"/>
              <a:t>7/23/2026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0B2131-BDEC-450F-8B19-0257E8D05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A64903-ABE2-4F57-B6EF-5889CE6A4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81BFC-39EC-45BD-8C21-86546AA4F5DE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5105778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66A3E-2BB2-4A1E-9383-8B3BCF4A1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CA8D32-9B5F-4916-8E2D-DFA5125469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207AF2-C927-4593-B55F-7E6E4BDE62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514A6-6E8D-4E19-900C-86B341D832CE}" type="datetimeFigureOut">
              <a:rPr lang="en-PH" smtClean="0"/>
              <a:t>7/23/2026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85DC86-C680-400F-BE81-B898F4DA4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E81984-EC05-4643-8CC5-4A5831CAE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81BFC-39EC-45BD-8C21-86546AA4F5DE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915502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953F4-0358-4B2F-990B-FE7691E4B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458710-F4E8-49FD-8AE9-A72FB3C0A6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8640F8-56E4-4A2D-98BC-94CA1F85A8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C922E8-F90B-42F8-B5B0-DA47E415D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514A6-6E8D-4E19-900C-86B341D832CE}" type="datetimeFigureOut">
              <a:rPr lang="en-PH" smtClean="0"/>
              <a:t>7/23/2026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B3EF5B-BF9C-443C-ACF3-DC854A872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B567DE-7308-46D5-8CB9-B5C017672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81BFC-39EC-45BD-8C21-86546AA4F5DE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6288975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4B56D-EA04-4562-9FFC-83E934AB8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1634F2-AD81-410F-B846-C31BC60373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EB9A0A-5946-4FB9-AA51-ADFB4EF7E6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29123C-20A3-4C90-B3A9-3979A835A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4A38E5D-9CA9-4E88-92AC-DDA1162769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3F3FFDC-F6CF-4A16-A384-412526BD3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514A6-6E8D-4E19-900C-86B341D832CE}" type="datetimeFigureOut">
              <a:rPr lang="en-PH" smtClean="0"/>
              <a:t>7/23/2026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4FAD28-2DD0-4E15-A558-4D07789166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C561FD-8E2B-4248-A7F3-CE904C20E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81BFC-39EC-45BD-8C21-86546AA4F5DE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045407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10540-02C5-48C2-BA00-BA2ADE793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F88DFB-AA7C-43E7-970A-C4ED6D4B2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514A6-6E8D-4E19-900C-86B341D832CE}" type="datetimeFigureOut">
              <a:rPr lang="en-PH" smtClean="0"/>
              <a:t>7/23/2026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A5BC43-BC41-4AA3-AADF-353344B6F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FA0F2C-01DE-4FE2-A27E-FBC3698A4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81BFC-39EC-45BD-8C21-86546AA4F5DE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0238254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D665E9-3674-44C0-AA98-382456ACF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514A6-6E8D-4E19-900C-86B341D832CE}" type="datetimeFigureOut">
              <a:rPr lang="en-PH" smtClean="0"/>
              <a:t>7/23/2026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693019-D7F1-4664-903D-7CCFB4938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6FF5F9-DEAB-41BC-A0B8-4243C8AE9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81BFC-39EC-45BD-8C21-86546AA4F5DE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6424329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E0CE0-0573-44A0-9496-79CD7D6E9B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31A5BF-6EBC-4862-AE73-3B3685270F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3F4A19-3201-4960-B1B2-A8AF2F9BB8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8A3447-83E9-446F-9270-6F34BD1C0A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514A6-6E8D-4E19-900C-86B341D832CE}" type="datetimeFigureOut">
              <a:rPr lang="en-PH" smtClean="0"/>
              <a:t>7/23/2026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45E71F-B9C5-4C77-AB34-0F175579C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D8F31D-165C-4217-A6C4-2D0A6834A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81BFC-39EC-45BD-8C21-86546AA4F5DE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594483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39164-A82A-481B-8554-81F7975D6F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D98E6F1-4F80-45B8-BA02-48D4B6BEAA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007ECF-7A4B-4B66-9F45-2A5AE3B4AC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C83602-6FC7-4532-B576-476164BB69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514A6-6E8D-4E19-900C-86B341D832CE}" type="datetimeFigureOut">
              <a:rPr lang="en-PH" smtClean="0"/>
              <a:t>7/23/2026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CB7563-8024-4658-BC5D-5AA922056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0D9BCF-F3C5-4615-BB3E-252D2DE8E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81BFC-39EC-45BD-8C21-86546AA4F5DE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1547936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F2A9E-219D-4369-9BBD-14549ECA8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1E22A5-E91A-4477-BF2F-C533870439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5B94C7-2197-42A5-8DE6-07CCE6C2D7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514A6-6E8D-4E19-900C-86B341D832CE}" type="datetimeFigureOut">
              <a:rPr lang="en-PH" smtClean="0"/>
              <a:t>7/23/2026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25A33C-3E18-4FED-BEEB-6802E15A2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DF80A8-88F7-488E-99C7-8ED3FF04C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81BFC-39EC-45BD-8C21-86546AA4F5DE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1445848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67AE88-50C3-4570-B3FF-880242748A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6D3A49-E4E6-4306-9EB4-3587D4A6C6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0D437D-EA89-4BEF-84CF-4DF450CDF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514A6-6E8D-4E19-900C-86B341D832CE}" type="datetimeFigureOut">
              <a:rPr lang="en-PH" smtClean="0"/>
              <a:t>7/23/2026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EB2B5E-B1FE-4CFF-AE0C-5824245329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D5B80D-067A-4EF7-9E90-7F410D5E5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81BFC-39EC-45BD-8C21-86546AA4F5DE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954973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625442-C88B-4A7E-8974-A56E2F4EC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F1F978-733A-4CF2-9222-FC78ADBBCA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FE4658-D904-4309-A2B7-C8C748CCDF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5514A6-6E8D-4E19-900C-86B341D832CE}" type="datetimeFigureOut">
              <a:rPr lang="en-PH" smtClean="0"/>
              <a:t>7/23/2026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4567EF-EBF0-4087-A6CE-E28310F587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827A22-D56A-42E7-8973-A244773F6E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481BFC-39EC-45BD-8C21-86546AA4F5DE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071746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g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g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g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g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jpg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g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jpg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jpg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jpg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jpg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jpg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jpg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jpg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jpg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jpg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jpg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jpg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jpg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jpg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jpg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jpg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jpg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jpg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jpg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jpg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jpg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jpg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jpg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jpg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jpg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jpg"/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jpg"/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jpg"/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jpg"/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9A23052-5B59-430A-BFD5-65037A53EC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33859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C918E15-14F2-42ED-8ED2-EDBDB70524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9258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849EB32-C265-4025-A3E0-5A04802527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11872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4C209BC-0C3C-486D-BA4B-5F773C54D8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18010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6FCAEDD-71A8-4177-95F4-B58C6B1BC6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9213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A41E5A7-40CF-42B1-93EE-6098036FB7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73619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FE338CF-666F-4CBD-B6DC-BC6B44DB98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47447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16CB381-BDC0-4DFB-BF22-442AA99E45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50760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DC8D3F3-BE38-44A8-92BA-F9307C99D0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123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128217E-09D5-4A4E-AB80-2DA1CA4747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78333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182A4BB-0616-451D-9C27-AEF99EB909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61291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4DF6BA2-80BD-4B4B-AC3A-1DA0960965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85680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07F3D9D-D673-4501-949D-DE59C1A9D3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15303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78BF969-21CC-45FD-87AD-84AA6527DB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38773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9EFA88D-224B-46F0-A50D-97B4446E16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4255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7FCC82D-4DB0-44F8-8B6C-6503D38B23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68011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9AD597D-3C7C-44D0-AA81-6DBA428173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98990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56D9C51-A5DD-4BBE-A49B-EAC17A4A60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12447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E72ECF4-A69C-49D1-9139-1D66765160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33689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07EA958-A53B-4DD5-95DC-ECCFAE10E8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38166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910758D-57CB-4583-AF0E-C99406B438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18524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CB97A01-99EE-47A1-BC5D-FDDD7C2364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65434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5FF052E-C0AE-44FF-A2A1-AA7DED28E7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21985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BF1C0AC-3EC3-4D3A-9028-59FE2A9F73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74712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B5275B7-CAF8-4A85-B587-1E04D69D78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4074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8D6EC1C-BE4D-4AE6-BFA7-4ECD97AC1F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976994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26D9445-AA7A-412A-BAEA-85165B7CC0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909026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5F7CA5D-1AB1-4C65-858A-BB06029CB6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148788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9CD2475-C583-4FEC-8BAB-FE428926DA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611507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3907ED-71F3-4E90-9377-03F8F58424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046492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C274C1F-86F8-4FB7-9E45-CC6E1DA066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750030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01C57DA-FE6D-4705-A5C4-B9DB67C607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078171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DF94A6-0E3B-47C7-B60B-B9513B3A51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694504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FF59577-1A3E-4B0B-B7A5-34811DC441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426672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AE2B1EA-37BE-42A8-B1A7-46A08EE7E5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052055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FA84DEF-A2B1-402F-9DBE-0361A9D8AE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238497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922D4DA-BC95-4193-B7B3-B7FFBF69E6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366309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85D3E50-A38B-4D59-AAEC-E5E9C5FCBD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926269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A43E31-3DE7-463C-B9E6-4F4961C689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960748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60ABF6D-214D-4235-AC72-4B5BAD08E3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322632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E0C2C61-7747-4DD1-8949-5557D9F5DE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757553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668A7CC-A6AF-4A99-8061-E069D841FD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529982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464FFE8-278C-4BD9-871A-B3724D284D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116059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226C9F2-1A29-491F-8FB9-7F8516244B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62617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147C7A3-C84D-46F1-BAA9-5644947494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699928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1E5DB04-174D-4A51-91E5-C8A929F5C7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105718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DB06582-0D97-4F72-AC9C-B0C50F4D12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751391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EB86EB5-6F49-421F-B9C1-EDB510FA88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865571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178AC55-C66B-477E-9EF0-8BF705E93A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672868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5E3437F-CB67-4CCA-88C3-605B821FD4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743074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859D08F-B2A8-429C-A1FD-A95E17B73D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81309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B373F29-19D2-4F98-AC5E-5793E00728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687826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D0B43EB-8391-4FB2-86DF-66EC47F457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27130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ACE6932-F9E7-4E1F-9DA4-3FEEDA2B8D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097631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077D54F-1D4A-4954-9A64-DA238C3F14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469350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0CF6D77-048A-4C56-9A86-44263FA899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74288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4E0D6FE-E02F-4283-A60F-4C256BD38A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895338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5105C8E-E0C0-4F59-8688-5E26219EC9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330740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3D84ED2-963A-4FF7-BC19-A4B23900C7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228892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C711E21-2A5A-443F-838F-C4DFAA3A76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082746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4E0E296-E3CA-4FFD-858B-06ED1A25AA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000839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EC7C86A-FF3C-4698-B126-13F5DCCCAD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705239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2581676-2CCB-42BF-96C4-A2AEC80FA3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491435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923B853-98B2-4088-B317-5E77904A06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843864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2F574CF-2000-4A06-B9D0-456B07A199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671016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FB2CFF8-FEAF-4A08-9898-A21AD7F017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47468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9B7109C-D1C8-45FE-94FE-BB5B808155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996947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CC5A18A-004E-4145-A01B-557943DF60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298261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D99FCA7-764D-4AA9-9642-3118CB5FFD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949107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732ED79-AF18-44AC-BFEB-4B168C1B18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781811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2745873-4D75-44CF-ADF0-318163D194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568789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0A1F6B6-9CD2-43F3-BF84-A31DD45450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299807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ECC92C8-3A33-4FCE-ADD2-231B29C7FF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0917583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07D68F9-985C-4DC4-B160-CFCBB8C220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543629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F06ECE4-C458-4404-82AC-834A5F3D38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8996246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CEE88F5-FF42-420C-BFF7-C30280ED59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0368389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43FA3DC-45F2-4062-B7BD-44D06CB777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6413157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E0CE78F-ABEE-44AD-B61F-20788B3ECA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3268191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D4209B9-139E-40B5-B786-06775905D9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704488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DAD013F-0CB7-490C-9F82-151F6AE9F6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452610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CBAA833-F3A2-450A-A21B-1BC90A02A1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7108400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7843B51-B8E0-4386-AB25-9B49191B69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5152785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63E2A9A-A7FD-40DD-8B8B-03717BF1B7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466076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2B7E0D1-E394-4DEA-A025-89D538BBB3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5164509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6CDB97D-EBC1-465C-8B0D-A846ECD754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893225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ABD3752-B362-4698-8FAE-BD37FB9003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02280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0</Words>
  <Application>Microsoft Office PowerPoint</Application>
  <PresentationFormat>Widescreen</PresentationFormat>
  <Paragraphs>0</Paragraphs>
  <Slides>86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86</vt:i4>
      </vt:variant>
    </vt:vector>
  </HeadingPairs>
  <TitlesOfParts>
    <vt:vector size="9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rex</dc:creator>
  <cp:lastModifiedBy>rex</cp:lastModifiedBy>
  <cp:revision>10</cp:revision>
  <dcterms:created xsi:type="dcterms:W3CDTF">2026-07-23T01:26:24Z</dcterms:created>
  <dcterms:modified xsi:type="dcterms:W3CDTF">2026-07-23T02:46:00Z</dcterms:modified>
</cp:coreProperties>
</file>