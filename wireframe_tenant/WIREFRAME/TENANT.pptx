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4F527-3D0D-4ABE-B0C7-A17F8D919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0443F-2386-414B-AEE8-04CE8B236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8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D718D-BBBB-4262-899C-06B98EB16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9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3A8E2-84FB-40BB-82D9-B83FDF0A4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29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2BFB6-5467-43CC-A703-4521906D0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1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FED85E-E8ED-48B0-B8D3-C205800E4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2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E8E11-3A5F-4039-839B-7431AD6F4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2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F08D3-6F57-424C-9C87-0C9F8C867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93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2C676-815D-45D6-8B7E-0E00BE7AF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2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8B845-0381-4A76-A04D-1B3C4BFC6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7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E70F0-7322-4CA2-B1B1-077A3C504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8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3E637-A7A0-44C6-8EA5-C76ADB04A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5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DE6DB-28A2-4D50-8D61-97F399519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2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032658-8A77-4FB6-BD8B-43CA8DD6F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9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4707B-19F6-4485-B216-04B8D6EDC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3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07DC1-F087-4292-A0AC-A934910AA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03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262F7-5509-45EE-A85B-C5A23F30B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20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1DD40-E48B-450C-ACD4-3FE31CD14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4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608BC-E5F2-4F46-BC3E-04CE439EE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5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4F3F0F-3561-4DFA-B4CD-C081FCC3C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48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E03E4-695E-410E-BFC6-D3EDD5435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5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2</cp:revision>
  <dcterms:created xsi:type="dcterms:W3CDTF">2026-07-23T01:26:24Z</dcterms:created>
  <dcterms:modified xsi:type="dcterms:W3CDTF">2026-07-23T01:42:45Z</dcterms:modified>
</cp:coreProperties>
</file>