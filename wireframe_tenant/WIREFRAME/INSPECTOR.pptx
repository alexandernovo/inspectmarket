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77" d="100"/>
          <a:sy n="77" d="100"/>
        </p:scale>
        <p:origin x="2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51A84-2619-4598-B2AD-7D8F601F3D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A9899C-22AD-449D-AA6A-8A2789717F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413757-C210-4518-945F-A9BDEC37CF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DBB801C-89D2-435A-AB09-FA8BE58A32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D01BB9E-6606-4193-A5F0-326F9863B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289597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E02529-9EBE-4E67-9C56-B65DF34BBA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BBD0A4-B259-4F2D-9374-D9116A12C1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A47BE6-2EDF-4467-88DA-32680A9188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B2131-BDEC-450F-8B19-0257E8D05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A64903-ABE2-4F57-B6EF-5889CE6A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10577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66A3E-2BB2-4A1E-9383-8B3BCF4A18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CA8D32-9B5F-4916-8E2D-DFA512546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07AF2-C927-4593-B55F-7E6E4BDE62C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85DC86-C680-400F-BE81-B898F4DA4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E81984-EC05-4643-8CC5-4A5831CAE3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15502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953F4-0358-4B2F-990B-FE7691E4B7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458710-F4E8-49FD-8AE9-A72FB3C0A6A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8640F8-56E4-4A2D-98BC-94CA1F85A87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C922E8-F90B-42F8-B5B0-DA47E415DB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5B3EF5B-BF9C-443C-ACF3-DC854A872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B567DE-7308-46D5-8CB9-B5C0176722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6288975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4B56D-EA04-4562-9FFC-83E934AB8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1634F2-AD81-410F-B846-C31BC60373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CEB9A0A-5946-4FB9-AA51-ADFB4EF7E6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29123C-20A3-4C90-B3A9-3979A835A1D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4A38E5D-9CA9-4E88-92AC-DDA11627695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3F3FFDC-F6CF-4A16-A384-412526BD3B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4FAD28-2DD0-4E15-A558-4D07789166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AC561FD-8E2B-4248-A7F3-CE904C20ED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454076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410540-02C5-48C2-BA00-BA2ADE7937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F88DFB-AA7C-43E7-970A-C4ED6D4B28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DA5BC43-BC41-4AA3-AADF-353344B6FF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AFA0F2C-01DE-4FE2-A27E-FBC3698A42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238254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ED665E9-3674-44C0-AA98-382456ACF7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C693019-D7F1-4664-903D-7CCFB49389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E6FF5F9-DEAB-41BC-A0B8-4243C8AE9A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6424329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8E0CE0-0573-44A0-9496-79CD7D6E9B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31A5BF-6EBC-4862-AE73-3B3685270FB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C3F4A19-3201-4960-B1B2-A8AF2F9BB8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A3447-83E9-446F-9270-6F34BD1C0A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445E71F-B9C5-4C77-AB34-0F175579C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8D8F31D-165C-4217-A6C4-2D0A6834A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594483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639164-A82A-481B-8554-81F7975D6F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98E6F1-4F80-45B8-BA02-48D4B6BEAA7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007ECF-7A4B-4B66-9F45-2A5AE3B4AC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C83602-6FC7-4532-B576-476164BB69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ECB7563-8024-4658-BC5D-5AA922056E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B0D9BCF-F3C5-4615-BB3E-252D2DE8E2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54793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3F2A9E-219D-4369-9BBD-14549ECA8F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71E22A5-E91A-4477-BF2F-C5338704391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05B94C7-2197-42A5-8DE6-07CCE6C2D7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25A33C-3E18-4FED-BEEB-6802E15A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DF80A8-88F7-488E-99C7-8ED3FF04C6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1445848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67AE88-50C3-4570-B3FF-880242748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96D3A49-E4E6-4306-9EB4-3587D4A6C6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B0D437D-EA89-4BEF-84CF-4DF450CDF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8EB2B5E-B1FE-4CFF-AE0C-5824245329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D5B80D-067A-4EF7-9E90-7F410D5E5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9549735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625442-C88B-4A7E-8974-A56E2F4EC9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9F1F978-733A-4CF2-9222-FC78ADBBCA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FE4658-D904-4309-A2B7-C8C748CCDF7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15514A6-6E8D-4E19-900C-86B341D832CE}" type="datetimeFigureOut">
              <a:rPr lang="en-PH" smtClean="0"/>
              <a:t>7/23/2026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4567EF-EBF0-4087-A6CE-E28310F587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2827A22-D56A-42E7-8973-A244773F6E3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9481BFC-39EC-45BD-8C21-86546AA4F5DE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071746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g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CBE74D61-907B-44FD-B117-2D0C691A24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33859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81F609B-42E9-4E79-AB7C-1053944DE4A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20864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1793C1A-8EBB-4328-8A15-D8DE4A4C3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08636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DA67DEF-52B5-4DCD-BC2B-546B5C53B3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42860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4C795E-5937-4F74-88DD-2072802D7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0331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FBB815-DD10-41CC-9A65-108FB23A271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47298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6E61D46-93E2-4121-8887-741DEF541E2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702757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0650838-52C5-48DE-AC6B-B749420DAF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5572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BD3CA1-7D2F-457F-B6C0-FBC9B927C1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7634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132B6AD-6884-4120-A1C4-AD7BD5062F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471231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9407F1-3F64-4D18-B01B-458E5267A40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73516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46CEFC31-475E-408B-A2C5-ECE9A2D116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0110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151E8B5-52BA-43F2-9F18-1D2F80D6A55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1982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F29E888A-6D06-4662-883D-9BA7B23691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56583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F584FE2-81E1-4978-905D-A9195ED7D30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118614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6953E041-2110-4BA1-972C-0C10601B07F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4320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AB5F363-1091-4F87-B636-298EF683F70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51723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E7E1D28-0045-47FC-9244-3CF9EDBF1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9566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7C887A6-6280-4D8D-B2F6-72480193EE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911427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02FBDA-E23A-4ED3-AAC9-930FFA41556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615230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67852F1-AF2B-47D4-BE54-421B48FB878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420564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768D151-6367-4322-B0CE-E0C9D279E7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005157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E43FBD9-A0B6-4D73-AB61-E09B17D6386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582495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611CF77-844E-4AC9-9D1F-EA77856E8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54172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A52EBBF-0492-41F7-B9D3-6804224AB4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449458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9DEF5AD-F24F-4ABC-96DE-D9A90828C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2823901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D3214D-992C-4F2B-AAAB-87F5B9D516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114687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F9C45D6-5D37-4DAD-824D-29A601C0C3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4704322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499CD30-A928-49CC-A21D-7F472F9FE6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470807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882CF25-9627-4B07-B7E8-1391F62520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52482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279F5AC-02C8-49EB-8834-4ACD6A929D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827119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0522D09-8E26-4646-8577-ECEFD1EDDE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07550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</TotalTime>
  <Words>0</Words>
  <Application>Microsoft Office PowerPoint</Application>
  <PresentationFormat>Widescreen</PresentationFormat>
  <Paragraphs>0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6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rex</dc:creator>
  <cp:lastModifiedBy>rex</cp:lastModifiedBy>
  <cp:revision>3</cp:revision>
  <dcterms:created xsi:type="dcterms:W3CDTF">2026-07-23T01:26:24Z</dcterms:created>
  <dcterms:modified xsi:type="dcterms:W3CDTF">2026-07-23T01:49:14Z</dcterms:modified>
</cp:coreProperties>
</file>