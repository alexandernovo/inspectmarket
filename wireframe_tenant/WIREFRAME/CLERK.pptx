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0E76A-8D1C-4E22-9693-E58EC7C8A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9E4D8-8C47-49B8-8E01-F3D89F2D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7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DACEA-DB62-42A9-A418-68FBEAEFF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0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4ED76-193C-4A43-AD0B-B8C034E67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7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F2622-31C2-4690-B8B9-5E15CFD26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1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44616-A6AB-47F7-BF57-2F9DB8AAD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9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E69D0-4758-466E-BDA8-7A38320ED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31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7F608-42D9-4A4C-9F7F-EE3D25D52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3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519A8-1A00-4114-94CA-A87899A36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4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47321-35DC-4075-8DBB-7C450C9C6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9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9C23C-582D-43E8-BE7F-3977A50EB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39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C20A0-9841-4F5C-9FA1-F9B359742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F1672F-E64B-466E-BAF4-1EC80442F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5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6D20F-4007-47C1-8F6B-ED61BED71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51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5EC5C-51DA-488B-AF23-C10F10D4E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10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1DF24-865B-42D6-8CEA-40D0D93BD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7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F09C2-179C-4A1C-819A-484906B36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8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F7630-095C-4423-826D-5FD0D0B52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71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3C7B9-65C4-489C-9D55-84865FE7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37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006D4-7C6A-4741-8711-1EFCC223E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14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E1744-DC5E-4A12-BE1D-70269C8CE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9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24F12-274C-4278-8010-04AA10057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36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2A066-AE38-4114-9970-D7715345F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07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1B0CC-5910-4D44-B44D-183D2451C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38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82C081-97A1-43EB-BD59-56275C7C0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76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B5E42B-916B-4CE6-83EF-8D2C372C9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0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1B473F-86CA-4EA9-80D5-9E307139B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5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F838D-EF0B-4770-A67D-8685047D9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69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AC9C2-9BC1-41C6-82F8-979DA58EC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65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B4C2AB-0A4C-4FBD-B0B1-11BFF5F7D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44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A5AA8-4F0D-4760-8A8A-A360006AE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1707D-C6E0-47E8-9B62-7DCCA485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1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93C01-8BA2-4C2D-BBD0-AD4535A31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35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9A602-025B-4C41-8F8E-B1C969C50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44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462F5-EFE7-4A7B-9BC2-855C4AB1F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30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60456-CFDA-4082-992E-6F483D480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97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B3449-8B3D-4FA8-A4EA-C475A1782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21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8DA86-0868-480E-98C4-8F842A292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31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86AC2-E698-4536-80D3-4A335391F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19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C6A43-A204-4260-A797-4B821EB7F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44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07A4B-C81B-4B60-BD20-A15F11438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08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F501-67A7-4D8B-A407-613D793DB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51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331618-2B2C-484B-92B6-809C77EA6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57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344C1-0C04-4E3A-93B8-64CA31A8C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6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17802-35E6-421B-BCF4-8455FFC6B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01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71B6E-1F8B-4E39-991A-DB0815682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16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07E0A0-71AD-4542-8F8C-FA42915BD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85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F485FC-8AE9-4FD4-8DE2-24ABD53DA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1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5</cp:revision>
  <dcterms:created xsi:type="dcterms:W3CDTF">2026-07-23T01:26:24Z</dcterms:created>
  <dcterms:modified xsi:type="dcterms:W3CDTF">2026-07-23T02:00:48Z</dcterms:modified>
</cp:coreProperties>
</file>